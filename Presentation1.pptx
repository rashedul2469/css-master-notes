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5DA6D-4086-1488-B414-4A8354436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9DEF1-18FD-D5F5-0E46-5B42C4C38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25429-AAA9-B30C-7D70-0B217232D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2ACD4-625A-402C-BCF7-5DF9F60ECD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8D99E-7A5A-F4CB-FBAD-66EB0C04B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CB45E-CA9D-2AF7-BF5C-292AA095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364D-7EC7-4537-9565-568BD1C42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891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84FAA-6724-778F-89AA-2F10A6205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3D2B3-CCCF-1B46-74D3-328AAB3C4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622C2-6CFE-785B-59F3-D82AEC5B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2ACD4-625A-402C-BCF7-5DF9F60ECD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D7BC9-C51E-A1E3-E074-E621630A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5F7FC-9F61-98EC-49FF-CC1EF4353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364D-7EC7-4537-9565-568BD1C42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48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D9638-DFC4-87A0-B0E7-EDCF3110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14C46-4CEC-A38A-4560-3A993D147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46F26-309F-8E6D-05B9-9650571F6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2ACD4-625A-402C-BCF7-5DF9F60ECD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C4089-D31C-D09C-8B48-B1B01B10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E4103-C7F8-14CA-F4C6-2239FE185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364D-7EC7-4537-9565-568BD1C42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88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FAEF8-1C68-97A5-1EDD-21F86DED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5BEEB-2389-3FFE-6620-E2C483367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CFF1A-438C-2D29-10ED-78F3B48DA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6BFA3-A3A1-A93F-4305-3629F2DA6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2ACD4-625A-402C-BCF7-5DF9F60ECD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FCE14-FC15-B3F4-EDF6-99E2A36D0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1BAC0-99A9-64AB-C468-8B460D9C0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364D-7EC7-4537-9565-568BD1C42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2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0F6DE-F867-15D3-301F-3A9C36B01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798C4-60CE-A5C1-1336-B3EEA5D15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A5BFA4-CC1A-81DE-3E77-FAD99DED5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1DAE48-3212-9128-820D-AA83CFFD4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B1D5F-5FEA-2F67-32C2-ED41E549DD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9435D0-3643-FC7B-46E4-0FF4D1964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2ACD4-625A-402C-BCF7-5DF9F60ECD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D96E3A-5B83-7CFD-9411-33D53BA50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E5A5E1-5214-C0C4-6F13-D62874A5A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364D-7EC7-4537-9565-568BD1C42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5A834-234B-BAD1-602F-A11B078C7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98DA18-8637-05A4-FD84-2F1CDBC70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2ACD4-625A-402C-BCF7-5DF9F60ECD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C8856-D41F-B21E-5DF8-96E84C0F9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AB375-FC7E-06AA-C256-49C97619F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364D-7EC7-4537-9565-568BD1C42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49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007FA3-F85D-07DF-3261-44D3DA351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2ACD4-625A-402C-BCF7-5DF9F60ECD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E14373-6AB2-D4F1-604A-DA0D35FEF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5B239-405E-0C4D-5ED1-A8F4A376E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364D-7EC7-4537-9565-568BD1C42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2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CBEDD-A74D-1129-3D88-C527456F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382A5-D9B0-A174-391E-3AD573FD4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50EF2-14E6-0C00-3160-9D23F997B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F5FD0-7044-178A-FB00-83A55F8D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2ACD4-625A-402C-BCF7-5DF9F60ECD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8BD4E-E518-FC75-AD69-C78FEC7D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D2530-73A7-54B1-C267-363BE1D6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364D-7EC7-4537-9565-568BD1C42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06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553FA-C0AB-1318-CDDA-09DB76F7E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4CA590-8D84-260F-3FCE-B5BB9234DC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E3018-5699-4590-97A8-05086746A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08616-4297-3712-0AC9-199CDF3D1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2ACD4-625A-402C-BCF7-5DF9F60ECD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4C444-AF83-C542-FB72-419CCE36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17153-BF36-FA17-ADFE-FB1C3D4A9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364D-7EC7-4537-9565-568BD1C42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56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71DFE-FA20-DF14-2D1D-E33499D39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F3ACA-CF00-CE60-622A-C0CAF821C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3A122-4E6E-9C38-5BEF-7C3D76F70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2ACD4-625A-402C-BCF7-5DF9F60ECD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C305F-B48D-1A2E-1F0A-2BFBA9FEC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DF0C6-4F5A-AC49-43EE-3C6716CA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364D-7EC7-4537-9565-568BD1C42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97EAF-25AB-18D5-BF87-6EB8DE77F2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485A5-26FD-C261-45ED-23BC35E9C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C5B46-3DE0-B734-AD8B-12D0D2BE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2ACD4-625A-402C-BCF7-5DF9F60ECD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47BC5-A578-EE64-B5BD-AAC7DE50C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9FF1A-35BC-E4F5-A764-CBBEDF7F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364D-7EC7-4537-9565-568BD1C42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74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1BADDD-674F-B48B-F5B8-7E9B878AB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03EDC-F212-64D9-F254-D55546FAC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6CB1A-3114-722F-A76A-16E047D98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2ACD4-625A-402C-BCF7-5DF9F60ECD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1C843-A564-0184-21E2-893C1D8B3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22F7D-C48D-E530-D2A7-81F001DF0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8364D-7EC7-4537-9565-568BD1C42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13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85FA02-34C2-5B4A-51B4-06CD1E1C403E}"/>
              </a:ext>
            </a:extLst>
          </p:cNvPr>
          <p:cNvSpPr/>
          <p:nvPr/>
        </p:nvSpPr>
        <p:spPr>
          <a:xfrm>
            <a:off x="3580681" y="2124255"/>
            <a:ext cx="5030638" cy="130474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#id1 {</a:t>
            </a:r>
          </a:p>
          <a:p>
            <a:pPr algn="ctr"/>
            <a:r>
              <a:rPr lang="en-US" dirty="0"/>
              <a:t>                                                border-style: dotted;</a:t>
            </a:r>
          </a:p>
          <a:p>
            <a:pPr algn="ctr"/>
            <a:r>
              <a:rPr lang="en-US" dirty="0"/>
              <a:t>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CB5A451-BE6A-AB36-331D-98DDF5EBA8EA}"/>
              </a:ext>
            </a:extLst>
          </p:cNvPr>
          <p:cNvCxnSpPr/>
          <p:nvPr/>
        </p:nvCxnSpPr>
        <p:spPr>
          <a:xfrm flipH="1">
            <a:off x="2863970" y="2579298"/>
            <a:ext cx="2950234" cy="1630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55A5E22-1B45-400A-9E93-420AF026CC6F}"/>
              </a:ext>
            </a:extLst>
          </p:cNvPr>
          <p:cNvCxnSpPr/>
          <p:nvPr/>
        </p:nvCxnSpPr>
        <p:spPr>
          <a:xfrm flipH="1">
            <a:off x="6616460" y="2932981"/>
            <a:ext cx="94891" cy="1802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6E5F5C-2BF1-FB7D-DE2E-BB61A18DC24B}"/>
              </a:ext>
            </a:extLst>
          </p:cNvPr>
          <p:cNvCxnSpPr/>
          <p:nvPr/>
        </p:nvCxnSpPr>
        <p:spPr>
          <a:xfrm>
            <a:off x="7979434" y="2917885"/>
            <a:ext cx="2018581" cy="1472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D458A6A-0A18-5C2C-0571-705B9C8C6846}"/>
              </a:ext>
            </a:extLst>
          </p:cNvPr>
          <p:cNvSpPr/>
          <p:nvPr/>
        </p:nvSpPr>
        <p:spPr>
          <a:xfrm>
            <a:off x="2014268" y="4209691"/>
            <a:ext cx="1699403" cy="62972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Selector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9E1F4E-019E-0C54-E9CB-20F387C0CB60}"/>
              </a:ext>
            </a:extLst>
          </p:cNvPr>
          <p:cNvSpPr/>
          <p:nvPr/>
        </p:nvSpPr>
        <p:spPr>
          <a:xfrm>
            <a:off x="5766758" y="4753155"/>
            <a:ext cx="1699403" cy="62972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Property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722F36-F87F-F658-5F77-6B4E29682DA3}"/>
              </a:ext>
            </a:extLst>
          </p:cNvPr>
          <p:cNvSpPr/>
          <p:nvPr/>
        </p:nvSpPr>
        <p:spPr>
          <a:xfrm>
            <a:off x="9148313" y="4421037"/>
            <a:ext cx="1699403" cy="62972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613226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Rashedul Hasan</dc:creator>
  <cp:lastModifiedBy>Rashedul Hasan</cp:lastModifiedBy>
  <cp:revision>1</cp:revision>
  <dcterms:created xsi:type="dcterms:W3CDTF">2025-12-07T05:31:41Z</dcterms:created>
  <dcterms:modified xsi:type="dcterms:W3CDTF">2025-12-07T05:39:41Z</dcterms:modified>
</cp:coreProperties>
</file>